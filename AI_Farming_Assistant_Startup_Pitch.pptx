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AI FARMING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8C00"/>
                </a:solidFill>
              </a:defRPr>
            </a:pPr>
            <a:r>
              <a:t>Empowering Indian Farmers with Offline AI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Problem: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🚜 80+ million small farmers in India lack access to agricultural advisory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📱 Poor internet connectivity in rural areas (25% rural broadband coverage)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💰 High cost of traditional consulting services ($100-500/consultation)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❌ Language barrier - information mostly available in English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🏥 Crop diseases &amp; yields suffer from lack of timely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📊 Indian agriculture market: $300+ billion annually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👥 Target market: 50 million small &amp; marginal farmers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📱 Smartphone penetration in rural India: 30%+ and growing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🌾 Digital agriculture adoption rate: 15% (rapidly increasing)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💡 Government push for 'Digital India' &amp; 'Pradhan Mantri e-Kranti'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Our Solution: AI Farming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🎤 Voice-based AI system in regional languages (Hindi, Tamil, Telugu, etc.)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⚙️ Runs offline on Raspberry Pi - no internet required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🤖 AI capabilities: Crop disease detection, yield prediction, advisory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🔋 Low power consumption &amp; cost-effective ($30-50 per unit)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✅ Open-source, scalable &amp; adaptable for different crops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Model &amp;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💰 Freemium Model: Basic advisory free, premium features ($2-5/month)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🤝 B2G Partnerships: Government farming schemes (PMKSY reach: 50M farmers)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🏢 Farm Cooperative Integration: Revenue share with agricultural cooperatives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📊 Data Analytics: Anonymized insights sold to agritech companies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🌐 Licensing: Licensing AI models to other platforms &amp;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Sustainability &amp; Path to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1: Deploy 10,000 units → ₹20 lakh revenue (pilot phase)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2: Scale to 100,000 units → ₹2.5 crore (government partnerships)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3: Reach 500,000 units → ₹12.5 crore + data licensing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📈 Unit economics: $10 cost → $30-50 lifetime value (4-5x margin)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✅ Breakeven at 50,000 active users (achievable by Month 18)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🌍 Only offline-first solution (competitors need internet)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🗣️ Multilingual &amp; voice-first (vs. text-based apps)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🤖 AI runs ON-device (Phi-3 3.8B model on CPU - no GPU needed)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💚 Open-source &amp; zero licensing costs (vs. proprietary solutions)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👨‍🌾 Built specifically for Indian farmer context &amp;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Phase 1 (Months 1-6): Pilot in 3 districts (Tamil Nadu, AP, Punjab)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Phase 2 (Months 6-12): Partner with KRISHI VIGYAN KEARs (KVKs)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Phase 3 (Year 2): State government partnerships via PMKSY scheme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Phase 4 (Year 2-3): Expand to other states via farm cooperatives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🎯 Target: 1 million farmers by end of Year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Financial Projections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1: Revenue ₹20L | Expenses ₹40L | Loss ₹20L (R&amp;D phase)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2: Revenue ₹2.5Cr | Expenses ₹1.8Cr | Profit ₹70L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Year 3: Revenue ₹12.5Cr | Expenses ₹7Cr | Profit ₹5.5Cr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Breakeven by Month 18 | ROI targets: 3x by Year 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Capital required: ₹50L for pilot + 1st year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Team &amp; Strategic Partnerships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👨‍💻 Core Team: AI/ML engineers + Agricultural domain experts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🤝 Academic Partner: VIT Chennai (research &amp; R&amp;D)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🏛️ Government Support: Potential NRLM, PMKSY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🌱 Partner Organizations: State agricultural departments &amp; KVKs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💼 Advisors: Agritech entrepreneurs &amp; agricultural scientists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Risk Mitigation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🔴 Tech Risk: Use proven open-source models (Whisper, Phi3, eSpeak)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📡 Connectivity: Build for offline-first, no internet dependency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💰 Market Risk: Government partnerships reduce revenue volatility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👥 Adoption Risk: Conduct farmer education &amp; demo programs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⚖️ Regulatory: Comply with data privacy &amp; agricultural regulations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Social 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🌾 Empower 10 million Indian farmers with AI advisory by 2030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📈 Increase average farm productivity by 20-30%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💰 Reduce farmer losses from disease/poor practices by ₹5000+ per unit annually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🌍 Model sustainable agritech that works without internet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🚀 Building India's indigenous AI+Agriculture ecosystem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Join Us in Revolutionizing</a:t>
            </a:r>
          </a:p>
          <a:p>
            <a:r>
              <a:t>Indian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C00"/>
                </a:solidFill>
              </a:defRPr>
            </a:pPr>
            <a:r>
              <a:t>Let's Build the Future of Farming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